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SyncMe × dポイント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新事業ゴール設定の論点整理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0" y="548640"/>
            <a:ext cx="1463040" cy="14630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051560"/>
            <a:ext cx="640080" cy="64008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論点：SyncMeは「目的」か「手段」か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論点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SyncMeを新事業のゴールにおいて「目的」と位置づけるか、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増収のための「手段」と位置づけるかで、KPI設計が変わる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CF6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SyncMeを「目的」とする場合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ゴール：SyncMe自体の普及・満足度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・UX起点で開発しやすい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・アプリ単体の完成度を追求できる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・収益との接続が弱く、事業提案として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投資判断の説明力に欠ける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990011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286000"/>
            <a:ext cx="548640" cy="54864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SyncMeを「手段」とする場合（推奨）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ゴール：dポイント利用促進による増収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・投資対効果を明確に説明できる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・事業提案として評価されやすい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・満足度は「先行指標」として維持し、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施策の機能確認に使う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SyncMeを「手段」、dポイント利用促進による増収を「目的」とする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新事業はドコモの投資判断を伴う以上、最終的な評価軸は収益インパクトになる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957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満足度を最終目的にすると、収益への接続を別途説明する必要があり、論理が一段遠くなる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05409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満足度は無視するのではなく、手段（SyncMe）が機能しているかを測る先行指標として位置づける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目的（最終ゴール）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dポイント利用促進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による増収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4251960"/>
            <a:ext cx="274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83280" y="4251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中間指標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7472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dポイント利用者数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・利用の質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4251960"/>
            <a:ext cx="274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4251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C98F9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先行指標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SyncMe満足度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・継続利用率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251960"/>
            <a:ext cx="274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69680" y="4251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C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手段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6112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①ゴール設定への反映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3A1F4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73152" cy="10515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190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最終ゴール（量×質）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1031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dポイント利用者数・利用の質を、SyncMe利用者と非利用者の差分で測定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3A1F4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880360"/>
            <a:ext cx="73152" cy="10515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992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先行指標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383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SyncMe満足度（NPS等）・継続利用率を追加し、最終ゴールとの因果関係を明示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3A1F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4160520"/>
            <a:ext cx="73152" cy="10515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793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外部比較指標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663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会員数・経済圏流通総額・MAU等を楽天ポイント／PayPay等と比較可能な形で提示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Step：②現状分析へ進み、ゴールとのギャップ（課題）を明確化する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2026-07-29T22:55:12Z</dcterms:created>
  <dcterms:modified xsi:type="dcterms:W3CDTF">2026-07-29T22:55:12Z</dcterms:modified>
</cp:coreProperties>
</file>