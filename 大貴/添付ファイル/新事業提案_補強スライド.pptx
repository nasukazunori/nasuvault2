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00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補強① ｜ なぜ生成AIに行動データが必要か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生成AIに「リアル行動データ」が必要な理由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テキストを学んだ生成AIは「知識」を持つ。しかし「その人」を理解するには、行動データが要る。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AFA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2024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現在の生成AI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学習源はインターネット上のテキストが中心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知識は豊富だが、回答は「一般論」にとどまりやすい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AFA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920240"/>
            <a:ext cx="457200" cy="457200"/>
          </a:xfrm>
          <a:prstGeom prst="ellipse">
            <a:avLst/>
          </a:prstGeom>
          <a:solidFill>
            <a:srgbClr val="C7000F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決定的な弱点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251460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利用者個人の行動（購買・移動・決済等）を知らない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リアル空間での判断や提案には限界がある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AFA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1920240"/>
            <a:ext cx="457200" cy="457200"/>
          </a:xfrm>
          <a:prstGeom prst="ellipse">
            <a:avLst/>
          </a:prstGeom>
          <a:solidFill>
            <a:srgbClr val="1E7A4C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0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行動データの追加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0" y="251460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dアカウント／dポイントの購買・決済履歴を活用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ネット上のどこにも存在しない、ドコモだけの一次データ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「その人」を理解した提案が可能になる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794760" y="1691640"/>
            <a:ext cx="457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635240" y="1691640"/>
            <a:ext cx="457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11277295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34340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行動データ＝生成AIの民主化のカギ
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8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プロンプト入力が苦手な、ITリテラシーの低い人でも、行動履歴から自動的に情報が渡れば生成AIの恩恵を受けられる。ここが、OpenAIやClaudeに対するドコモの決定的な差別化資源になる。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5720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d-pointホワイトレーベル提案｜補強資料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1441887" y="623620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11441887" y="6236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00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補強② ｜ dポイント事業の収益構造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dポイント事業の収益モデル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会員基盤1億人超を土台にした3本柱構造。収益の主力は「手数料」より「データ活用」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06394" cy="1874520"/>
          </a:xfrm>
          <a:prstGeom prst="roundRect">
            <a:avLst>
              <a:gd name="adj" fmla="val 3902"/>
            </a:avLst>
          </a:prstGeom>
          <a:solidFill>
            <a:srgbClr val="FAFA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2024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892808"/>
            <a:ext cx="26005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ポイント発行手数料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30577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加盟店はポイントを「1pt＝1円＋α」でドコモから購入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差額（α）が手数料収入。料率は加盟店ごとの個別契約で非公開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2194" y="1691640"/>
            <a:ext cx="3606394" cy="1874520"/>
          </a:xfrm>
          <a:prstGeom prst="roundRect">
            <a:avLst>
              <a:gd name="adj" fmla="val 3902"/>
            </a:avLst>
          </a:prstGeom>
          <a:solidFill>
            <a:srgbClr val="FAFA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0794" y="1920240"/>
            <a:ext cx="457200" cy="457200"/>
          </a:xfrm>
          <a:prstGeom prst="ellipse">
            <a:avLst/>
          </a:prstGeom>
          <a:solidFill>
            <a:srgbClr val="C7000F"/>
          </a:solidFill>
          <a:ln/>
        </p:spPr>
      </p:sp>
      <p:sp>
        <p:nvSpPr>
          <p:cNvPr id="12" name="Text 10"/>
          <p:cNvSpPr/>
          <p:nvPr/>
        </p:nvSpPr>
        <p:spPr>
          <a:xfrm>
            <a:off x="452079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15154" y="1892808"/>
            <a:ext cx="26005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決済手数料（d払い）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66514" y="2468880"/>
            <a:ext cx="30577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決済額に応じて加盟店から徴収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目安2.00%〜（決済代行経由、要個別見積り）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27187" y="1691640"/>
            <a:ext cx="3606394" cy="1874520"/>
          </a:xfrm>
          <a:prstGeom prst="roundRect">
            <a:avLst>
              <a:gd name="adj" fmla="val 3902"/>
            </a:avLst>
          </a:prstGeom>
          <a:solidFill>
            <a:srgbClr val="FAFA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55787" y="1920240"/>
            <a:ext cx="457200" cy="457200"/>
          </a:xfrm>
          <a:prstGeom prst="ellipse">
            <a:avLst/>
          </a:prstGeom>
          <a:solidFill>
            <a:srgbClr val="1E7A4C"/>
          </a:solidFill>
          <a:ln/>
        </p:spPr>
      </p:sp>
      <p:sp>
        <p:nvSpPr>
          <p:cNvPr id="17" name="Text 15"/>
          <p:cNvSpPr/>
          <p:nvPr/>
        </p:nvSpPr>
        <p:spPr>
          <a:xfrm>
            <a:off x="8355787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50147" y="1892808"/>
            <a:ext cx="26005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マーケティングソリューション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01507" y="2468880"/>
            <a:ext cx="30577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購買・行動データを活用した広告配信・CRM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docomo Sense等のデータ分析基盤を提供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現時点で収益の主力と推定される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2681935" cy="1051560"/>
          </a:xfrm>
          <a:prstGeom prst="roundRect">
            <a:avLst>
              <a:gd name="adj" fmla="val 6957"/>
            </a:avLst>
          </a:prstGeom>
          <a:solidFill>
            <a:srgbClr val="FAFA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904488"/>
            <a:ext cx="2407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1億人超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94360" y="4361688"/>
            <a:ext cx="24076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dポイントクラブ会員数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22015" y="3794760"/>
            <a:ext cx="2681935" cy="1051560"/>
          </a:xfrm>
          <a:prstGeom prst="roundRect">
            <a:avLst>
              <a:gd name="adj" fmla="val 6957"/>
            </a:avLst>
          </a:prstGeom>
          <a:solidFill>
            <a:srgbClr val="FAFA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59175" y="3904488"/>
            <a:ext cx="2407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約3,344億pt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3459175" y="4361688"/>
            <a:ext cx="24076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年間ポイント進呈量（額面相当）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86830" y="3794760"/>
            <a:ext cx="2681935" cy="1051560"/>
          </a:xfrm>
          <a:prstGeom prst="roundRect">
            <a:avLst>
              <a:gd name="adj" fmla="val 6957"/>
            </a:avLst>
          </a:prstGeom>
          <a:solidFill>
            <a:srgbClr val="FAFA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23990" y="3904488"/>
            <a:ext cx="2407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5,965億円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323990" y="4361688"/>
            <a:ext cx="24076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金融事業収益 2030年度目標1.2兆円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51646" y="3794760"/>
            <a:ext cx="2681935" cy="1051560"/>
          </a:xfrm>
          <a:prstGeom prst="roundRect">
            <a:avLst>
              <a:gd name="adj" fmla="val 6957"/>
            </a:avLst>
          </a:prstGeom>
          <a:solidFill>
            <a:srgbClr val="FAFA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88806" y="3904488"/>
            <a:ext cx="2407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約1,500億円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9188806" y="4361688"/>
            <a:ext cx="24076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マーケティングソリューション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事業収益（年換算）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983480"/>
            <a:ext cx="11277295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51206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収益の重心は「ポイントを貸す」ことより「データを乗せる」こと
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行手数料だけを積み上げても、料率20%想定で最大約669億円。実際のマーケティングソリューション事業収益（年換算約1,500億円規模）とは明らかなギャップがあり、広告配信・データ活用収益が収益の大半を占めると考えられる。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45720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d-pointホワイトレーベル提案｜補強資料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1441887" y="623620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6" name="Text 34"/>
          <p:cNvSpPr/>
          <p:nvPr/>
        </p:nvSpPr>
        <p:spPr>
          <a:xfrm>
            <a:off x="11441887" y="6236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00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補強③ ｜ 新事業がもたらす効果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新事業がドコモにもたらす効果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dポイント・ホワイトレーベルは、単なる新サービスではなく、経営資産を4方向で強化する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AFA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2024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8745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データ資産の質向上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非ドコモ層の行動データを獲得し、SyncMeの精度を底上げ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OpenAI・Claudeに対する決定的な差別化資源を強化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8095" y="169164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AFA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76695" y="1920240"/>
            <a:ext cx="457200" cy="457200"/>
          </a:xfrm>
          <a:prstGeom prst="ellipse">
            <a:avLst/>
          </a:prstGeom>
          <a:solidFill>
            <a:srgbClr val="C7000F"/>
          </a:solidFill>
          <a:ln/>
        </p:spPr>
      </p:sp>
      <p:sp>
        <p:nvSpPr>
          <p:cNvPr id="12" name="Text 10"/>
          <p:cNvSpPr/>
          <p:nvPr/>
        </p:nvSpPr>
        <p:spPr>
          <a:xfrm>
            <a:off x="6476695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71055" y="18745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顧客基盤の拡大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522415" y="24231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若年層・他キャリアユーザーとの新規接点を創出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年間10兆円超のdポイント経済圏への取り込みを加速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AFA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657600"/>
            <a:ext cx="457200" cy="457200"/>
          </a:xfrm>
          <a:prstGeom prst="ellipse">
            <a:avLst/>
          </a:prstGeom>
          <a:solidFill>
            <a:srgbClr val="1E7A4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6118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収益への貢献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31520" y="41605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交換レートの目減り分が新たな収益源に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手数料収入拡大が金融事業「2030年度1.2兆円」目標を後押し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48095" y="342900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AFA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76695" y="36576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476695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71055" y="36118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経営戦略との整合性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522415" y="41605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2026年6月のahamoホワイトレーベルの延長線上の一手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「顧客接点は握るが裏方に回る」という経営判断と整合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16636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16636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基盤こそドコモ！　</a:t>
            </a:r>
            <a:pPr indent="0" marL="0">
              <a:buNone/>
            </a:pPr>
            <a:r>
              <a:rPr lang="en-US" sz="1300" dirty="0">
                <a:solidFill>
                  <a:srgbClr val="D8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生成AIの民主化を支える「データ基盤」としての新たな一歩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d-pointホワイトレーベル提案｜補強資料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1441887" y="623620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11441887" y="6236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2026-08-02T07:18:46Z</dcterms:created>
  <dcterms:modified xsi:type="dcterms:W3CDTF">2026-08-02T07:18:46Z</dcterms:modified>
</cp:coreProperties>
</file>