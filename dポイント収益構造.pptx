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8E00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dポイントの収益構造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3本柱の収益源と、公開データから読み解く規模感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9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公開資料ベースの推計を含む（2026年7月時点）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収益構造の全体像：3本柱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いずれもdポイント会員基盤（1億人）を土台にした収益モデル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18488"/>
            <a:ext cx="502920" cy="50292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ポイント発行手数料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加盟店が顧客にポイントを付与する際、ドコモから「1pt=1円+α」で購入する仕組み。このα（マージン）が手数料収入。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70916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0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731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料率は加盟店ごとの個別契約で非公開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5661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184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マーケティングソリューション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購買データ・行動データを活用した広告配信、DM、来店促進CRM、データ分析ツール（docomo Sense等）の提供収益。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70916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7731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現時点でセグメント収益の主力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5661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618488"/>
            <a:ext cx="502920" cy="50292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決済手数料（d払い）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d払いの決済額に応じて加盟店から徴収する手数料。目安は2.00%〜（個別見積もり）。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470916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7731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金融事業セグメントに合算計上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dポイント収益構造分析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公開されている実数値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ドコモは①②③を分離開示していない。セグメント単位の合算値のみ公表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466344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371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784080" y="1371600"/>
            <a:ext cx="182880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45720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dポイントクラブ会員数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466344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828800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1億人突破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784080" y="1828800"/>
            <a:ext cx="18288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08" y="1828800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87168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年間ポイント進呈量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487168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487168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約3,344億pt（＝額面約3,344億円相当）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84080" y="2487168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2487168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直近年間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145536"/>
            <a:ext cx="45720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45536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dポイント加盟店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3145536"/>
            <a:ext cx="466344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145536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957ブランド・約11万店舗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784080" y="3145536"/>
            <a:ext cx="18288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3145536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03904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03904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d払い・dポイント利用可能店舗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3803904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803904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559万店舗以上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784080" y="3803904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93808" y="3803904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45720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462272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金融事業収益（③決済手数料等を含む合算）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4462272"/>
            <a:ext cx="466344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4462272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5,965億円 → 2030年度目標1兆2,000億円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784080" y="4462272"/>
            <a:ext cx="182880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4462272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2026年3月期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120640"/>
            <a:ext cx="43525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マーケティングソリューション事業収益（①②を含む合算）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5120640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5120640"/>
            <a:ext cx="4443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四半期382億円（年換算 概ね1,500億円規模）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784080" y="5120640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3808" y="5120640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2025年度Q1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9161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注：金融事業・マーケティングソリューション事業とも、①〜③の個別内訳は非開示。それぞれ複数の収益源が合算計上されている。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dポイント収益構造分析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手数料単価の実態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ポイント発行手数料率は業界共通で非公開。決済手数料は一部公開されている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dポイントの手数料の仕組み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加盟店は付与する10ポイント分を「10円以上」でドコモから購入 → 差額が手数料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料率は加盟店ごとの個別契約で非公開。利用者数が多いほどドコモに有利な料率を設定しやすいとされる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d払いの決済手数料は目安2.00%〜（決済代行経由、要個別見積もり）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消費者側の還元率は明確に公開：カード提示0.5〜1.0%、d払い0.5%、dカード1.0%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他社ポイント・決済の参考値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楽天ポイント：発行手数料は非公開。楽天ペイの決済手数料は3.24%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Pontaポイント：提携先ごとの個別契約、原資負担割合は非公開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Vポイント（旧Tポイント）：発行手数料非公開。データ提供・マーケ支援収入との2階建て構造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PayPay：決済手数料1.60%〜1.98%（規模により変動）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dポイント収益構造分析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発行量からの逆算推計と、そこから見える構造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推計値と実際の開示額のギャップが、収益の中身を示唆する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2834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①発行手数料の逆算推計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solidFill>
            <a:srgbClr val="EDED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想定手数料率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965960"/>
            <a:ext cx="2377440" cy="365760"/>
          </a:xfrm>
          <a:prstGeom prst="rect">
            <a:avLst/>
          </a:prstGeom>
          <a:solidFill>
            <a:srgbClr val="EDED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推計収入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233172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331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約167億円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679192"/>
            <a:ext cx="23774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79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0" y="2679192"/>
            <a:ext cx="23774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679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約334億円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02666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302666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約502億円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374136"/>
            <a:ext cx="23774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08960" y="3374136"/>
            <a:ext cx="23774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約669億円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8130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基準：年間発行量約3,344億pt（額面3,344億円相当）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1371600"/>
            <a:ext cx="5394960" cy="2834640"/>
          </a:xfrm>
          <a:prstGeom prst="rect">
            <a:avLst/>
          </a:prstGeom>
          <a:solidFill>
            <a:srgbClr val="FBEBEC"/>
          </a:solidFill>
          <a:ln w="12700">
            <a:solidFill>
              <a:srgbClr val="F0C9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1371600"/>
            <a:ext cx="5394960" cy="457200"/>
          </a:xfrm>
          <a:prstGeom prst="rect">
            <a:avLst/>
          </a:prstGeom>
          <a:solidFill>
            <a:srgbClr val="8E0009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実際の開示額との比較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推計（手数料率20%でも）：最大 約669億円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実際のマーケティングソリューション事業収益：年換算 約1,500億円規模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明らかなギャップあり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10835640" cy="1417320"/>
          </a:xfrm>
          <a:prstGeom prst="rect">
            <a:avLst/>
          </a:prstGeom>
          <a:solidFill>
            <a:srgbClr val="EAF5EE"/>
          </a:solidFill>
          <a:ln w="12700">
            <a:solidFill>
              <a:srgbClr val="CFE6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590288"/>
            <a:ext cx="1037844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読み取れる示唆：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①ポイント発行手数料は事業収益の一部にすぎず、広告配信・データ活用・DXコンサル収益（docomo Sense、モバイル空間統計、インテージ連携等）が収益の大半を占めている可能性が高い。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新規事業の収益源として重心を置くべきは「ポイントを貸す」ことより、「顧客データを広告・マーケティング基盤に乗せる」ことかもしれない。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dポイント収益構造分析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2026-07-22T23:04:56Z</dcterms:created>
  <dcterms:modified xsi:type="dcterms:W3CDTF">2026-07-22T23:04:56Z</dcterms:modified>
</cp:coreProperties>
</file>