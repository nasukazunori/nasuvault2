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 ホワイトレーベル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サービス提案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新たな顧客接点の拡大 × データ取得・活用 × デジタルマーケティング高度化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12700">
            <a:solidFill>
              <a:srgbClr val="2E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起点：ドコモ × JAL「JALモバイル powered by ahamo」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出典：2026年6月5日 日本航空株式会社・株式会社NTTドコモ 報道発表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課題：更なる顧客接点の強化へ　ahamoホワイトレーベル → dポイントへ拡張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EBF5FB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ドコモ回線数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総契約数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9,307万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47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うち MVNO卸</a:t>
            </a:r>
            <a:pPr algn="l"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約2,000万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うちモジュール</a:t>
            </a:r>
            <a:pPr algn="l"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約2,000万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キャリア比較（2026年3月末・TCA）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9,307万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3520440"/>
            <a:ext cx="1429714" cy="201168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0068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8666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7,276万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931920"/>
            <a:ext cx="1118462" cy="201168"/>
          </a:xfrm>
          <a:prstGeom prst="roundRect">
            <a:avLst>
              <a:gd name="adj" fmla="val 13636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7414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5,692万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297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4343400"/>
            <a:ext cx="203571" cy="201168"/>
          </a:xfrm>
          <a:prstGeom prst="roundRect">
            <a:avLst>
              <a:gd name="adj" fmla="val 13636"/>
            </a:avLst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523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1,036万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68580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dポイント会員数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11887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2070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会員数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1億500万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回線数（9,307万）を上回る会員基盤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楽天ポイントとの対比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2697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27340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71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約1億500万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200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60520" y="3236976"/>
            <a:ext cx="1741714" cy="201168"/>
          </a:xfrm>
          <a:prstGeom prst="roundRect">
            <a:avLst>
              <a:gd name="adj" fmla="val 13636"/>
            </a:avLst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約1億以上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68580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日本の主要ポイント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会員数（公表値）比較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82512" y="14904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Vポイント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1527048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003087">
              <a:alpha val="80000"/>
            </a:srgbClr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1764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1億6,000万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82512" y="2130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楽天PT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78040" y="2167128"/>
            <a:ext cx="1028700" cy="201168"/>
          </a:xfrm>
          <a:prstGeom prst="roundRect">
            <a:avLst>
              <a:gd name="adj" fmla="val 13636"/>
            </a:avLst>
          </a:prstGeom>
          <a:solidFill>
            <a:srgbClr val="990000">
              <a:alpha val="80000"/>
            </a:srgbClr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404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1億以上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2512" y="2770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PayPay PT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78040" y="2807208"/>
            <a:ext cx="1028700" cy="201168"/>
          </a:xfrm>
          <a:prstGeom prst="roundRect">
            <a:avLst>
              <a:gd name="adj" fmla="val 13636"/>
            </a:avLst>
          </a:prstGeom>
          <a:solidFill>
            <a:srgbClr val="CC0000">
              <a:alpha val="80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044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1億以上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82512" y="34107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3447288"/>
            <a:ext cx="1028700" cy="201168"/>
          </a:xfrm>
          <a:prstGeom prst="roundRect">
            <a:avLst>
              <a:gd name="adj" fmla="val 13636"/>
            </a:avLst>
          </a:prstGeom>
          <a:solidFill>
            <a:srgbClr val="E8380D">
              <a:alpha val="80000"/>
            </a:srgbClr>
          </a:solidFill>
          <a:ln w="12700">
            <a:solidFill>
              <a:srgbClr val="E838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3685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1億以上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82512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78040" y="4087368"/>
            <a:ext cx="1080135" cy="201168"/>
          </a:xfrm>
          <a:prstGeom prst="roundRect">
            <a:avLst>
              <a:gd name="adj" fmla="val 13636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325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1億500万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4636008"/>
            <a:ext cx="8778240" cy="384048"/>
          </a:xfrm>
          <a:prstGeom prst="roundRect">
            <a:avLst>
              <a:gd name="adj" fmla="val 16667"/>
            </a:avLst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663440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ahamoホワイトレーベルで通信接点を拡大したのと同様に、dポイントをホワイトレーベル化して購買接点をさらに拡大する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提案：dポイント ホワイトレーベル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〜 ahamoに続く「第2の顧客接点拡大戦略」〜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顧客接点の拡大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2860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自治体ポイントや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街区ローカルポイントと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dポイントを連携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未接触層へリーチ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購買データの取得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2057400"/>
            <a:ext cx="22860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ポイント利用を通じた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リアルな購買履歴を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ドコモが直接取得可能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データ資産の拡充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差分比較マーケティング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057400"/>
            <a:ext cx="22860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ドコモ既存顧客 vs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パートナー経由顧客の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行動差を分析・活用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マーケティング精度向上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価値創出の流れ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パートナー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顧客基盤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121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自治体・地域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商業施設等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89354" y="1783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0012"/>
                </a:solidFill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0260" y="137160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15436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598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WL提供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25980" y="2121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ブランド提供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ポイント連携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5294" y="1783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0012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37160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0B534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購買データ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121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リアル購買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行動を捕捉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1234" y="1783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0012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92140" y="137160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4A23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3786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7860" y="2121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ドコモ顧客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との行動差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07174" y="1783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0012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0" y="137160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7B241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マーケ高度化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2121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LTV向上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新サービス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なぜdポイントWLがahamoWLより強いか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ahamoホワイトレーベル</a:t>
            </a:r>
            <a:pPr algn="l"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は通信回線を提供するが、購買履歴はドコモに届かない。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dポイントホワイトレーベル</a:t>
            </a:r>
            <a:pPr algn="l"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はポイント利用を通じた</a:t>
            </a:r>
            <a:pPr algn="l"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購買データ</a:t>
            </a:r>
            <a:pPr algn="l"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がドコモに直接蓄積される。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ドコモ既存顧客との差分比較により、セグメント別の行動特性を把握し、精度の高いデジタルマーケティングが実現できる。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JALモバイルはゴールではなく、出発点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ahamoホワイトレーベルによる顧客接点拡大戦略は始まったばかり。次の一手が必要。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86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ahamoでは取れない「購買データ」こそが鍵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通信データと購買データを結びつけることで、初めてデジタルマーケティングが完成する。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C4270"/>
          </a:solidFill>
          <a:ln w="12700">
            <a:solidFill>
              <a:srgbClr val="3A5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5661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dポイントWLが戦略を完結させる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自治体・地域・パートナーへのdポイントWL展開により、差分比較マーケティングが実現。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dポイント ホワイトレーベルが、ドコモの次世代デジタルマーケティング戦略の核となる。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2026-06-24T06:47:29Z</dcterms:created>
  <dcterms:modified xsi:type="dcterms:W3CDTF">2026-06-24T06:47:29Z</dcterms:modified>
</cp:coreProperties>
</file>